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is the multi-omic framework our group built to ask a simple but contested question — how well does a mouse predict a human immune response? Manuscript under review at Genes and Immunity.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problem: mice are the dominant preclinical model, but their predictive value is contested and the literature is contradictory. Crucially, previous comparisons were descriptive and disconnected from genomic architecture — nobody linked conservation to sequence evolution or cis-regulation.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Design: three stimulus categories — vaccination, acute infection and injury — each with matched mouse and human blood transcriptomes. DMD (mdx) is our biological negative control. Everything is harmonised: limma with empirical Bayes, covariate adjustment, and iterative downsampling of human subjects to n=5 over 200 iterations to remove pseudo-significance.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result: granularity matters. Individual orthologous genes correlate only moderately, but when we collapse the transcriptome into Blood Transcription Modules the correlation jumps to 0.89–0.97 (trauma being the exception). Shared leading-edge genes account for 67.5–79% of mouse LEGs — the translational signal lives in the leading edge, not in all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result: translatability scales with the strength of the perturbation. Acute bacterial infection and severe injury engage conserved core mammalian programs (rho 0.41–0.59), whereas single-dose subunit/inactivated vaccines stay near baseline (rho −0.32 to 0.27). And timing rarely matches chronologically: mouse 2–6 h aligns with the human days 1–3 window — compare biologically equivalent, not identical, time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result: prediction. Mouse signatures classify the direction of human gene regulation, but module-level models clearly beat gene-level ones — 0.84–0.98 ROC-AUC versus 0.64–0.74 — and both beat the DMD negative control (0.48–0.61). Downregulation is easier to predict than upregulation at early time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result: why individual genes diverge. Coding-sequence constraint and trans-regulatory availability reduce expression divergence, while enhancer multiplicity and CRE turnover increase it. The association is small in magnitude but highly significant, and it is directional: sequence constraint ↔ stability; regulatory plasticity ↔ divergence.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Fifth result: the multilayer model. Mouse rank and direction alone do not transfer at all — R² = 0.001 and ROC-AUC 0.511. Adding the biological layers raises the random forest to R² = 0.234 for human rank and 0.849 for directional concordance. Shared-LEG classification stays hard; the lasso is only marginally best there (0.617/0.627). Everything is evaluated by leave-one-condition-out cross-validation, so every gene is scored by a model that never saw its pathogen.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Take-aways: translatability is not a fixed property of the mouse; it is a function of granularity, stimulus intensity and temporal alignment. The model outputs four complementary scores that can be used to prioritise genes. Be honest about the limitations: small murine cohorts, two inbred strains, single-dose vaccines, blood only, and one-to-one orthologs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pointing to the deliverables: the full open-source pipeline, the project site that documents the methodology and the notebook map, and the step-by-step notebook that applies the trained models to a new mouse dataset — runnable in the browser via Binder. Everything is open so the community can audit and retrain.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mice to humans — project overview</dc:title>
  <dc:subject>Multi-omic predictive framework for translational immunology (lab meeting)</dc:subject>
  <dc:creator>Wasim Aluísio Prates-Syed · Cabral-Miranda Lab</dc:creator>
  <cp:keywords/>
  <dc:description>Rendered from the HTML deck (docs/slides/from-mice-to-humans-lab-meeting.html).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